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13419a2cb1448d" /><Relationship Type="http://schemas.openxmlformats.org/officeDocument/2006/relationships/extended-properties" Target="/docProps/app.xml" Id="R53b884dcccd94978" /><Relationship Type="http://schemas.openxmlformats.org/officeDocument/2006/relationships/officeDocument" Target="/ppt/presentation.xml" Id="R4a50120051f24d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3ae270c054328"/>
  </p:sldMasterIdLst>
  <p:notesMasterIdLst>
    <p:notesMasterId xmlns:r="http://schemas.openxmlformats.org/officeDocument/2006/relationships" r:id="Rf639d729061a4913"/>
  </p:notesMasterIdLst>
  <p:sldIdLst>
    <p:sldId xmlns:r="http://schemas.openxmlformats.org/officeDocument/2006/relationships" id="256" r:id="Rafb9868bbcc74822"/>
    <p:sldId xmlns:r="http://schemas.openxmlformats.org/officeDocument/2006/relationships" id="257" r:id="Rf670ee93101a4164"/>
    <p:sldId xmlns:r="http://schemas.openxmlformats.org/officeDocument/2006/relationships" id="258" r:id="R877f0c0475b74158"/>
    <p:sldId xmlns:r="http://schemas.openxmlformats.org/officeDocument/2006/relationships" id="259" r:id="R0974958353144ef6"/>
    <p:sldId xmlns:r="http://schemas.openxmlformats.org/officeDocument/2006/relationships" id="260" r:id="R46bd03f6f17a41a8"/>
    <p:sldId xmlns:r="http://schemas.openxmlformats.org/officeDocument/2006/relationships" id="261" r:id="R7dd39b1335494c6f"/>
    <p:sldId xmlns:r="http://schemas.openxmlformats.org/officeDocument/2006/relationships" id="262" r:id="Rd3c2c913c77c4f63"/>
    <p:sldId xmlns:r="http://schemas.openxmlformats.org/officeDocument/2006/relationships" id="263" r:id="R9b3991fd8593424c"/>
    <p:sldId xmlns:r="http://schemas.openxmlformats.org/officeDocument/2006/relationships" id="264" r:id="R3897fc99d9f74b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097f8b727c422d" /><Relationship Type="http://schemas.openxmlformats.org/officeDocument/2006/relationships/slideMaster" Target="/ppt/slideMasters/slideMaster1.xml" Id="Rd683ae270c054328" /><Relationship Type="http://schemas.openxmlformats.org/officeDocument/2006/relationships/notesMaster" Target="/ppt/notesMasters/notesMaster1.xml" Id="Rf639d729061a4913" /><Relationship Type="http://schemas.openxmlformats.org/officeDocument/2006/relationships/presProps" Target="/ppt/presProps.xml" Id="Rf85cbf8c2668402e" /><Relationship Type="http://schemas.openxmlformats.org/officeDocument/2006/relationships/tableStyles" Target="/ppt/tableStyles.xml" Id="Rd564ba5b6f0b40e5" /><Relationship Type="http://schemas.openxmlformats.org/officeDocument/2006/relationships/slide" Target="/ppt/slides/slide1.xml" Id="Rafb9868bbcc74822" /><Relationship Type="http://schemas.openxmlformats.org/officeDocument/2006/relationships/slide" Target="/ppt/slides/slide2.xml" Id="Rf670ee93101a4164" /><Relationship Type="http://schemas.openxmlformats.org/officeDocument/2006/relationships/slide" Target="/ppt/slides/slide3.xml" Id="R877f0c0475b74158" /><Relationship Type="http://schemas.openxmlformats.org/officeDocument/2006/relationships/slide" Target="/ppt/slides/slide4.xml" Id="R0974958353144ef6" /><Relationship Type="http://schemas.openxmlformats.org/officeDocument/2006/relationships/slide" Target="/ppt/slides/slide5.xml" Id="R46bd03f6f17a41a8" /><Relationship Type="http://schemas.openxmlformats.org/officeDocument/2006/relationships/slide" Target="/ppt/slides/slide6.xml" Id="R7dd39b1335494c6f" /><Relationship Type="http://schemas.openxmlformats.org/officeDocument/2006/relationships/slide" Target="/ppt/slides/slide7.xml" Id="Rd3c2c913c77c4f63" /><Relationship Type="http://schemas.openxmlformats.org/officeDocument/2006/relationships/slide" Target="/ppt/slides/slide8.xml" Id="R9b3991fd8593424c" /><Relationship Type="http://schemas.openxmlformats.org/officeDocument/2006/relationships/slide" Target="/ppt/slides/slide9.xml" Id="R3897fc99d9f74b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ddfa621dae4d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e3fdd68a7d49ea" /><Relationship Type="http://schemas.openxmlformats.org/officeDocument/2006/relationships/notesMaster" Target="/ppt/notesMasters/notesMaster1.xml" Id="Rf82a610574a6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e23df1632c4c71" /><Relationship Type="http://schemas.openxmlformats.org/officeDocument/2006/relationships/notesMaster" Target="/ppt/notesMasters/notesMaster1.xml" Id="Rb36ba2cdb87940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d54661978641db" /><Relationship Type="http://schemas.openxmlformats.org/officeDocument/2006/relationships/notesMaster" Target="/ppt/notesMasters/notesMaster1.xml" Id="Rabbd67c3c29944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ca08ba40ca49b1" /><Relationship Type="http://schemas.openxmlformats.org/officeDocument/2006/relationships/notesMaster" Target="/ppt/notesMasters/notesMaster1.xml" Id="R44ae7e56c42e43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4db393b43e4470" /><Relationship Type="http://schemas.openxmlformats.org/officeDocument/2006/relationships/notesMaster" Target="/ppt/notesMasters/notesMaster1.xml" Id="R1caffcf153a047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0bbe0177654a99" /><Relationship Type="http://schemas.openxmlformats.org/officeDocument/2006/relationships/notesMaster" Target="/ppt/notesMasters/notesMaster1.xml" Id="Rb0b09dbf9116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73372514e84f3d" /><Relationship Type="http://schemas.openxmlformats.org/officeDocument/2006/relationships/notesMaster" Target="/ppt/notesMasters/notesMaster1.xml" Id="R89ecbc5f4b7b4d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4216c7f2544aac" /><Relationship Type="http://schemas.openxmlformats.org/officeDocument/2006/relationships/notesMaster" Target="/ppt/notesMasters/notesMaster1.xml" Id="R442a963dffb642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a7f14c947f459e" /><Relationship Type="http://schemas.openxmlformats.org/officeDocument/2006/relationships/notesMaster" Target="/ppt/notesMasters/notesMaster1.xml" Id="R90c3b8755dda44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Atklājiet ar konkrētu pozicionējumu: šis nav jauns dispečerdienests, bet kontrolēts koordinācijas slānis.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Atbalsts architecture concept v0.1, 28 Aug 2026 (internal)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Uzsveriet papildinošo lomu un nepieciešamību kopīgi definēt institucionālo īpašnieku katram uzdevuma veidam.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https://www.mk.gov.lv/lv/krizes-vadibas-centrs</a:t>
            </a:r>
          </a:p>
          <a:p xmlns:a="http://schemas.openxmlformats.org/drawingml/2006/main">
            <a:r>
              <a:t>- https://likumi.lv/ta/id/282333-civilas-aizsardzibas-un-katastrofas-parvaldisanas-likums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Demonstrējiet vienu sarunas piemēru. Galvenais ir redzamā kontrole pirms jebkādas darbības.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Atbalsts conversational UX specification v0.1 (internal)</a:t>
            </a:r>
          </a:p>
          <a:p xmlns:a="http://schemas.openxmlformats.org/drawingml/2006/main">
            <a:r>
              <a:t>- Atbalsts interactive prototype (internal)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Skaitļi ir ilustratīvi. Demonstrējiet principu: kapacitātes vaicājums atgriež piemērotību, nevis eksportē cilvēku sarakstu.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Atbalsts architecture concept v0.1 (internal)</a:t>
            </a:r>
          </a:p>
          <a:p xmlns:a="http://schemas.openxmlformats.org/drawingml/2006/main">
            <a:r>
              <a:t>- Atbalsts interactive prototype — exercise authority view (internal)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Nošķiriet elastīgu valodas interpretāciju no determinētas atļauju un stāvokļu kontroles.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Atbalsts architecture concept v0.1, sections 6–8 (internal)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Augsta riska AI pienākumi nav risināmi ar vienkāršu apzīmējumu “lēmumu atbalsts”; robeža un juridiskais novērtējums jāveido jau pilotprojekta sākumā.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https://eur-lex.europa.eu/legal-content/EN/TXT/?uri=celex%3A32024R1689</a:t>
            </a:r>
          </a:p>
          <a:p xmlns:a="http://schemas.openxmlformats.org/drawingml/2006/main">
            <a:r>
              <a:t>- https://www.dvi.gov.lv/lv/jaunums/dviskaidro-NIDA</a:t>
            </a:r>
          </a:p>
          <a:p xmlns:a="http://schemas.openxmlformats.org/drawingml/2006/main">
            <a:r>
              <a:t>- Atbalsts architecture concept v0.1 (internal)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Termiņš un apjoms ir apspriešanai paredzēts priekšlikums. Piedāvājiet sākt bez integrācijas dzīvajās sistēmās.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Atbalsts proposed development loop and architecture v0.1 (internal)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Šie ir sākotnējie kvalitātes vārti. Gala kritēriji jāapstiprina pilotprojekta institucionālajiem īpašniekiem.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Atbalsts architecture concept v0.1, reliability and development loop (internal)</a:t>
            </a:r>
          </a:p>
          <a:p xmlns:a="http://schemas.openxmlformats.org/drawingml/2006/main">
            <a:r>
              <a:t>- https://www.dvi.gov.lv/lv/jaunums/dviskaidro-NIDA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Noslēdziet ar konkrētu un zema riska lēmumu: kopīgi definēt pilotprojektu, nevis apstiprināt dzīvu ieviešanu.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Atbalsts pilot proposal v0.1 (internal)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ccfcabd554c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30694aceb94675" /><Relationship Type="http://schemas.openxmlformats.org/officeDocument/2006/relationships/slideLayout" Target="/ppt/slideLayouts/slideLayout1.xml" Id="R4ff4085e3a174a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f4085e3a174a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1631a99bc4c1c" /><Relationship Type="http://schemas.openxmlformats.org/officeDocument/2006/relationships/notesSlide" Target="/ppt/notesSlides/notesSlide1.xml" Id="R72b45708c11f42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e6a53853542f8" /><Relationship Type="http://schemas.openxmlformats.org/officeDocument/2006/relationships/notesSlide" Target="/ppt/notesSlides/notesSlide2.xml" Id="R4ce9813e8e1e44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6e4f983be4dd8" /><Relationship Type="http://schemas.openxmlformats.org/officeDocument/2006/relationships/notesSlide" Target="/ppt/notesSlides/notesSlide3.xml" Id="R2aac4a5ca30648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7af6048504016" /><Relationship Type="http://schemas.openxmlformats.org/officeDocument/2006/relationships/notesSlide" Target="/ppt/notesSlides/notesSlide4.xml" Id="R264035d99a504e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f8f1ece454a03" /><Relationship Type="http://schemas.openxmlformats.org/officeDocument/2006/relationships/notesSlide" Target="/ppt/notesSlides/notesSlide5.xml" Id="R7c4d2ff1f67048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e312c695646a9" /><Relationship Type="http://schemas.openxmlformats.org/officeDocument/2006/relationships/notesSlide" Target="/ppt/notesSlides/notesSlide6.xml" Id="Raca957170a5e4e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2862babe74c47" /><Relationship Type="http://schemas.openxmlformats.org/officeDocument/2006/relationships/notesSlide" Target="/ppt/notesSlides/notesSlide7.xml" Id="Rd0c0fcd469914c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c8214a8c14178" /><Relationship Type="http://schemas.openxmlformats.org/officeDocument/2006/relationships/notesSlide" Target="/ppt/notesSlides/notesSlide8.xml" Id="R5faf56d6d55542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313e8575b4e46" /><Relationship Type="http://schemas.openxmlformats.org/officeDocument/2006/relationships/notesSlide" Target="/ppt/notesSlides/notesSlide9.xml" Id="R3b614735bbd04a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191DE-435D-4C03-AC99-2671EB55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6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4A3FA-E92F-485C-B9F5-02D03622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F60A3-CFBC-41E0-8FB3-331FCE2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"/>
            <a:ext cx="38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832DD-14F8-4B2A-98F1-EA17AD97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ATBALSTS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804BA-5DD7-4830-9FF4-08A04C3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PRIEKŠLIKUMS KONTROLĒTAM RĪGAS MĀCĪBU PILOTPROJEKTAM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010D5-421B-4FEC-BA69-5271CC9A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962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Iedzīvotāju kapacitāte,</a:t>
            </a:r>
          </a:p>
          <a:p xmlns:a="http://schemas.openxmlformats.org/drawingml/2006/main">
            <a:pPr algn="l">
              <a:defRPr sz="54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ko var droši koordinēt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C2A10-95F7-4712-8428-EE2473AE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Atbalsts papildina esošo krīžu vadības struktūru ar izsekojamu, piekrišanā balstītu kopienas koordinācijas slāni.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0D376-DE46-4354-ADA7-FECA743D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AD06E-9737-4773-B438-8A8807A8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7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Koncepcija apspriešanai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3CA43-81AE-4BD4-925B-E11857A0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67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LATVIJA</a:t>
            </a:r>
          </a:p>
        </p:txBody>
      </p:sp>
    </p:spTree>
    <p:extLst>
      <p:ext uri="{BB962C8B-B14F-4D97-AF65-F5344CB8AC3E}">
        <p14:creationId xmlns:p14="http://schemas.microsoft.com/office/powerpoint/2010/main" val="885719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5C031-B516-4D4C-A887-C945C40C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INSTITUCIONĀLAIS NOVIETOJUMS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69685-9FBC-4B74-93D0-69A86946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Atbalsts papildina esošo komandstruktūru — tas to neaizvieto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9601D-5B84-490B-B82A-AE4064D7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B6378-CDA7-494C-BCBB-B5BC02EF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KONCEPCIJA APSPRIEŠANAI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3BDB0-6D4D-4E49-95F9-367B13D4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60B7F-DFAA-470E-9C01-7AB2B3A3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7141D-2BC4-4008-9C81-6F2995D6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145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BB2C7-5350-4DED-BE7B-47F95C9C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Esošais pamats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82964-BB69-48E8-86AB-D3ED6228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D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5D7C"/>
                </a:solidFill>
                <a:latin typeface="Helvetica Neue"/>
                <a:ea typeface="Helvetica Neue"/>
                <a:cs typeface="Helvetica Neue"/>
              </a:rPr>
              <a:t>Krīzes vadības centrs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DAF7E-132C-4CB2-AAC4-B2170E1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Starpinstitucionāla koordinācija, krīzes komunikācija un situācijas monitorings.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A60CD-AD46-4F7B-8A07-FAF56AFB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D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5D7C"/>
                </a:solidFill>
                <a:latin typeface="Helvetica Neue"/>
                <a:ea typeface="Helvetica Neue"/>
                <a:cs typeface="Helvetica Neue"/>
              </a:rPr>
              <a:t>VUGD un pašvaldības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1E5FE-3509-4631-A824-BD9CFAC3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Likumā noteikta glābšanas darbu vadība un tiesības iesaistīt personas un resursus definētā kārtībā.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06FF0-8320-4E91-B5B6-626A02BD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Atbalsts risināmais uzdevums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36146-C355-4B32-867F-1400154F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rPr>
              <a:t>Padarīt kopienas kapacitāti atrodamu un iesaistāmu, neatklājot publisku cilvēku vai resursu sarakstu.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62E1A-7953-4DAB-B893-9F2E9CEE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625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Programmatūra palīdz īstenot pilnvaras; tā pati pilnvaras nerada.</a:t>
            </a:r>
          </a:p>
        </p:txBody>
      </p:sp>
    </p:spTree>
    <p:extLst>
      <p:ext uri="{BB962C8B-B14F-4D97-AF65-F5344CB8AC3E}">
        <p14:creationId xmlns:p14="http://schemas.microsoft.com/office/powerpoint/2010/main" val="85741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BC04ED-5B3F-48FB-9804-7221B7C8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MINIMĀLS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2A675-AC8F-47D0-9B5B-D2C77287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Iedzīvotāja princips: pasaki, pārbaudi, piekrīti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1729F-441F-4C9B-BF98-F4D78171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A6470-C097-4677-AB76-904F3EFF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KONCEPCIJA APSPRIEŠANAI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2AF53-FA10-487A-AD8A-37185922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C21A-6A4C-4CC0-9A7D-E5DD575F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8EEE6-2380-485C-AE10-F93D1611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Pasaki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0B676-6BC2-4D49-A4C9-727FC2F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Latviski vai angliski, rakstot vai nospiežot un runājot.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B45D3-756E-4CC1-A4BF-419BA5A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D72A2-E20E-4389-8CB7-7902E923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Pārbaudi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94E48-37F2-42A7-ABAC-1067981C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Sistēma parāda nozīmi, redzamību, nākamo darbību un termiņu.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D12E5-D96E-4705-95E8-FD05C576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BABA5-1B79-4C68-A93D-9EAF2270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Piekrīti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4EDA3-2366-4F7F-A22F-4C82D806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Nekas netiek piedāvāts vai atklāts cilvēka vārdā bez apstiprinājuma.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B31E2-9BD8-4B24-BBE5-A879858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607695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C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FAE62-6096-4890-8690-69722D8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193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“Man ir busiņš, un brīvdienās varu palīdzēt pārvadāt mantas Rīgā.”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44D73-416E-4D48-95F1-3CA0DA21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956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E41A0-C496-4605-9436-640505A9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86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KO SISTĒMA SAPRATA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44385-03A4-4848-AC39-EDBCEF90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Spēja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17D52-0489-4533-A2FF-5304B7FD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Mantu pārvadāšana ar busiņu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FC114-95C7-4FF5-BCA3-1F7D18D6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05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Robeža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88F50-0692-4DEE-A9D9-08CF1EF8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Nav pasažieru vai bīstamu darbu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87CC8-2361-428E-8622-FA871909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43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Redzamība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AFA80-9EA2-4261-B0CB-3971B7B3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Kopiena redz tikai, ka kapacitāte pastāv</a:t>
            </a:r>
          </a:p>
        </p:txBody>
      </p:sp>
    </p:spTree>
    <p:extLst>
      <p:ext uri="{BB962C8B-B14F-4D97-AF65-F5344CB8AC3E}">
        <p14:creationId xmlns:p14="http://schemas.microsoft.com/office/powerpoint/2010/main" val="1571422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F480C-5236-4E62-9157-002989D8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AUTORITĀTES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A97C8-95F7-467F-87B3-4E710EF3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Koordinators vaicā pēc kapacitātes — nevis pārlūko cilvēku sarakstu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5AFB4-48BD-423C-B00F-9AF6E589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06BBF-3C09-4CCA-8359-B4B1FF66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KONCEPCIJA APSPRIEŠANAI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269D0-F858-4007-801F-CC657121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A7E50-79FC-4174-9FD5-A734E452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VAICĀJUMS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3F4E8-1D48-42C3-A243-4050A966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7419E-74C5-4942-B9BC-A85A102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1070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“Parādi transporta kapacitāti ūdens piegādei Āgenskalnā šodien no 16.00 līdz 18.00.”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5D621-86D4-44C8-8B11-8F26412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STRUKTURĒTA ATBILDE · ILUSTRATĪVI MĀCĪBU DATI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326CB-1194-4F7B-BF84-98825C20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Transporta kapacitāte ir pieejama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61D2C-982F-4DA1-9355-EF4A6E0A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C9BF9-7C87-4C19-953F-6484567F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atbilstošas personas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8FB76-1A9D-4C1A-AF1E-46399EE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577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01D20-16A1-45C0-A42E-D5C00453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6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piemēroti transportlīdzekļi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E337A-031C-4022-88D4-3A3A649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577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40A44-F8C1-4DF5-A77A-9D2231BE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maksimālais pirmais uzaicinājums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2B7C1-431C-4C44-91B9-A62FF719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2669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E5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4AC81-2E00-4BC8-8ACE-B1A8059B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rPr>
              <a:t>Identitātes slēptas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049AA-4FB5-4458-9964-D736AEB0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81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4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74B46"/>
                </a:solidFill>
                <a:latin typeface="Helvetica Neue"/>
                <a:ea typeface="Helvetica Neue"/>
                <a:cs typeface="Helvetica Neue"/>
              </a:rPr>
              <a:t>Detaļas atklāj tikai pēc politikas pārbaudes un dalībnieka piekrišanas.</a:t>
            </a:r>
          </a:p>
        </p:txBody>
      </p:sp>
    </p:spTree>
    <p:extLst>
      <p:ext uri="{BB962C8B-B14F-4D97-AF65-F5344CB8AC3E}">
        <p14:creationId xmlns:p14="http://schemas.microsoft.com/office/powerpoint/2010/main" val="360257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EF458-B8B0-47B4-9C27-856D2F47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KONTROLES ARHITEKTŪRA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41DED-4792-478A-ADF3-70D1017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4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AI interpretē valodu; pilnvaroti cilvēki pieņem lēmumus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5A03A-5A4E-47C0-B90B-8E13725E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78CF4-6BA3-45CD-BF46-ACDB9E0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KONCEPCIJA APSPRIEŠANAI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2CCB7-0A19-44BB-8091-8DDD06BC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66AA0-8044-4E44-B2D3-564F067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000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9D1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B3F3D-3F36-4631-850B-5B32735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1 · Saruna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690D1-00C2-4435-BA81-1A4A106C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Teksts vai balss</a:t>
            </a:r>
          </a:p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LV / 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8FB31-702F-45A6-8DC4-45D8F3E2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812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5F1ED"/>
          </a:solidFill>
          <a:ln xmlns:a="http://schemas.openxmlformats.org/drawingml/2006/main" w="12383">
            <a:solidFill>
              <a:srgbClr val="A8C8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30C08-9C3F-4EC5-B32E-A5E16778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14600"/>
            <a:ext cx="179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2 · Priekšlikums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8E43D-DA8C-4E28-A43F-9732E209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Strukturēts nolūks</a:t>
            </a:r>
          </a:p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un nenoteiktība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191D3-3A69-481C-8E9C-38AD6F18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2209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9D1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E833E-5164-4FA7-ABC1-B817F16F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3 · Politikas vārti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3A409-16BE-4C05-B61C-F48C0C0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Loma · risks · piekrišana</a:t>
            </a:r>
          </a:p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· atklājamie lauki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0035A-8970-44C6-8DE4-783729FE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9D1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559A4-AF3E-490A-A813-2796DF1E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179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4 · Darbplūsma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ED49C-F771-4F01-915E-ACAF4D4D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Apstiprinājums · uzdevums</a:t>
            </a:r>
          </a:p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· nodošana · atcelšana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B7373-897B-46E8-8E39-066A140D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809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9D1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4AEB8-F909-45FC-BB2D-13DCF7B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5 · Privāta atlase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D7F2C-6845-4947-AE6A-C6CAD9E4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3845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Neliela uzaicinājumu grupa</a:t>
            </a:r>
          </a:p>
          <a:p xmlns:a="http://schemas.openxmlformats.org/drawingml/2006/main">
            <a:pPr algn="l">
              <a:def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· skaidrs atteikums</a:t>
            </a:r>
          </a:p>
        </p:txBody>
      </p: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5745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1CE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1965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1CE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29615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1CE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658350" y="2990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1CE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927B2-8918-4DDD-BF80-2FD0D3E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1277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79BDA-CC0A-403F-803B-89F1E315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Pierādījumu plūsma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4F1CD-80AC-43DE-B3EB-B257733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7D4D8"/>
                </a:solidFill>
                <a:latin typeface="Helvetica Neue"/>
                <a:ea typeface="Helvetica Neue"/>
                <a:cs typeface="Helvetica Neue"/>
              </a:rPr>
              <a:t>ievade → transkripcija → interpretācija → labojums → piekrišana → politikas lēmums → atklāšana → rezultāts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42901-F7C9-4881-A991-109326F3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90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AI darbības robeža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CA36F2-A1EF-4CC5-9F2E-B477EA57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90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Determinēta kontrole sākas šeit</a:t>
            </a:r>
          </a:p>
        </p:txBody>
      </p:sp>
    </p:spTree>
    <p:extLst>
      <p:ext uri="{BB962C8B-B14F-4D97-AF65-F5344CB8AC3E}">
        <p14:creationId xmlns:p14="http://schemas.microsoft.com/office/powerpoint/2010/main" val="840669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1B9BE-7B6B-487F-8480-79D6CB27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DROŠĪBAS ROBEŽA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06934-5504-4B60-B157-285501FF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Vispirms mācību režīms; dzīva integrācija tikai pēc pierādījumiem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A3CD6-1802-4E35-8B7C-510D07DA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2CD60-B971-4CEB-B000-B1863D4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KONCEPCIJA APSPRIEŠANAI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4ED37-F091-4F13-832F-CD41F40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356CE-8E00-4786-9F88-D5825F41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Autoritātes režīms ir atsevišķa drošības vide ar definētām lomām, termiņiem un jurisdikciju.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CDC91-1C5C-4B65-91E7-4AFAAFCA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371850" cy="2343150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C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ADEB5-A684-4E31-89D8-611F537A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52A8B-6DC0-49DE-A11C-145FEC80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Pilnvaras ir ierobežotas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47855-E53A-440C-B48C-F2285CCB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Institūcija · loma · incidents · darbība · ģeogrāfija · termiņš. Plašiem paziņojumiem un noteiktām darbībām — divu personu apstiprinājums.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2324C-A836-4502-9330-DE38E627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71850" cy="2343150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C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50629-1D26-4CAA-88CD-7BF4C946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77FBE-1DB9-44D1-BA87-1F11B27C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Cilvēks saglabā kontroli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8FDFC-9218-488B-9568-44DF9981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Sistēma neuzņemas uzdevumu cilvēka vārdā. Precīza identitāte, atrašanās vieta un resursi tiek atklāti tikai nepieciešamajā posmā.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B5A09-043D-4689-A27C-9DF55765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371850" cy="2343150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C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0DC6B-1C9B-4E5C-BC89-54D5DB81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A35FB-2E35-4103-A69C-74CEA1F1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Viss ir rekonstruējams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A35F8-0A36-473C-814E-DAB69C7C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Katram tulkojumam, politikas lēmumam, uzaicinājumam, piekrišanai, nodošanai un atcelšanai ir pierādījumu pēda.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18660-97C2-4011-877E-C30ACF4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rPr>
              <a:t>Sākotnēji: nav savienojuma ar 112 · nav dzīvas dispečerizācijas · nav nepilngadīgo vai bīstamu uzdevumu</a:t>
            </a:r>
          </a:p>
        </p:txBody>
      </p:sp>
    </p:spTree>
    <p:extLst>
      <p:ext uri="{BB962C8B-B14F-4D97-AF65-F5344CB8AC3E}">
        <p14:creationId xmlns:p14="http://schemas.microsoft.com/office/powerpoint/2010/main" val="255677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4CAB9-E550-45FA-BBCD-6A867C05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IEROSINĀTS RĪGAS PILOTPROJEKTS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742AF-222F-4116-841B-AFE86625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12 nedēļās pārbaudām modeli, neiejaucoties dzīvajās sistēmās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5146B-BD63-4F65-91C1-0CF36371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B3778-262F-4A2E-A525-86952EE2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KONCEPCIJA APSPRIEŠANAI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9CD96-66CC-4A09-B602-01AAE05B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0F34E-6007-4C2F-AFB3-D3626BE5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2D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679D6-4C44-4F94-8CD9-FCF95804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0BA47-4FFC-48B7-90FA-197262FA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1.–4. nedēļa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CBEEF-945E-4A4B-8F4A-455DA4AD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Kopienas pamats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AAC68-212C-4E54-AA27-727A5E4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25–40 uzaicināti pieaugušie · prasmes un resursi · privātuma priekšskatījums · zema riska pieprasījumi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DB982-6D4C-4821-9C2E-AE417285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CD6B5-A95B-4F88-A0D4-EE192609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5.–8. nedēļa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1BC55-29E4-44E1-A841-5626179B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Autoritātes simulators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836D8-4808-4561-91F4-8EEFC88B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86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Mācību incidents · ierobežotas lomas · uzdevumi · uzaicinājumi · kontrolatzīmes · nodošana un atcelšana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630C0-8EBD-46C8-AD11-BF5C4D43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22D82-BC8D-473E-AD2C-0280FCAC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9.–12. nedēļa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C3B2F-BA54-48A7-AAAC-22152581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Kontrolētas mācības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633E6-35D1-41B0-8BA4-26BD3F5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LV / EN scenārijs · kļūmju testi · novērotāji · NIDA projekts · audita un drošības pierādījumi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4548D-F660-4375-B1F0-DB06DB27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04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06ED4-C299-4F23-9B33-830F700A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rPr>
              <a:t>Pilotprojekta iznākums ir pierādījumu kopums un institucionāli definēts nākamais lēmums — nevis automātiska ieviešana.</a:t>
            </a:r>
          </a:p>
        </p:txBody>
      </p:sp>
    </p:spTree>
    <p:extLst>
      <p:ext uri="{BB962C8B-B14F-4D97-AF65-F5344CB8AC3E}">
        <p14:creationId xmlns:p14="http://schemas.microsoft.com/office/powerpoint/2010/main" val="1867347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033B1-5DA9-451A-B77A-53BB4BF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IEEJAS UN IZEJAS KRITĒRIJI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9BB4A-39C2-4F10-BA39-48F4C383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Pilotprojekts virzās tālāk tikai ar pārbaudāmiem pierādījumiem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792CF-980E-4389-B501-6B772B5E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6634B-E9E6-4E28-989F-93DB808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KONCEPCIJA APSPRIEŠANAI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9E8F8-FC21-400C-B7FA-31FA3B5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57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F70A2-B49D-4937-AE29-5A37057A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4B46"/>
                </a:solidFill>
                <a:latin typeface="Helvetica Neue"/>
                <a:ea typeface="Helvetica Neue"/>
                <a:cs typeface="Helvetica Neue"/>
              </a:rPr>
              <a:t>Virzīt tālāk, 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18905-DEB7-4F88-94F0-E5AE9C36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BF3E3-110C-48EE-BE94-637FFAC5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LV / EN nolūki tiek interpretēti pareizi un labojami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22C28-6352-4C7D-BEB2-C0196D78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D16A6-2B55-4290-9B12-9C8D4DB6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nav neatļautas identitātes vai resursu atklāšanas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E5B28-A4BD-4C62-A245-D8A9AD69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47D33-503D-458C-B8F4-EEF19D83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atteikums, klusums un sakaru zudums rada drošu stāvokli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6B449-03AE-40B7-BCEF-780331BA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3675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6FFC6-6848-4172-9B4F-357BC62A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operators var rekonstruēt katru lēmumu un nodošanu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26557-800F-4F9A-B554-038B83B6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9C80F-C446-4C8F-80B6-5503EC5A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rPr>
              <a:t>Apturēt vai pārstrādāt, ja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521D9-7682-4C33-956A-25D42D7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2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22BA8-A1AA-4B95-9738-98CB280E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AI min trūkstošus faktus vai apiet apstiprinājumu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DEC34-7587-4B0B-9795-2E65CB6C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2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1B77F-BF6B-4AFC-BA97-336AE433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autoritatīva un kopienas informācija nav atšķirama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BDECB-734F-4DBD-883E-736FFC19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2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CD4C3-765F-452C-B23A-924A235A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sociālās pazīšanās trūkums ietekmē palīdzības pieejamību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0A031-B30C-4E9A-B5DE-297828CE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2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C3232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49709-28FC-4EF5-B568-57FD8922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D38"/>
                </a:solidFill>
                <a:latin typeface="Helvetica Neue"/>
                <a:ea typeface="Helvetica Neue"/>
                <a:cs typeface="Helvetica Neue"/>
              </a:rPr>
              <a:t>nav skaidra institucionālā īpašnieka vai sistēmas ieraksta</a:t>
            </a:r>
          </a:p>
        </p:txBody>
      </p:sp>
    </p:spTree>
    <p:extLst>
      <p:ext uri="{BB962C8B-B14F-4D97-AF65-F5344CB8AC3E}">
        <p14:creationId xmlns:p14="http://schemas.microsoft.com/office/powerpoint/2010/main" val="246049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D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E1B3F-60B1-4D0A-99EC-1C41F7F0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0D820-041E-40EC-BE89-1BB36DB8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14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F612F-F85D-4DD5-A17C-386D455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"/>
            <a:ext cx="38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0E8FF-B217-483F-B442-D95DB17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ATBALSTS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90F88-0EB0-4076-A53E-1ADB1E5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rPr>
              <a:t>LĒMUMS, KO LŪDZAM ŠODIEN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69127-51FF-439A-B8D2-D3E4FAAF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98107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Viena kontaktpersona.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Viens mācību scenārijs.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Kopīgi drošības kritēriji.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37C2D-BBEF-4679-93D7-83EBDF5E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61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FCE49-43F2-4E96-97E4-52A06A4E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807F4-3AAB-4CA4-BD96-8C225382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Nosaukt institucionālo kontaktpunktu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3F1AE-CEFB-461E-BC31-EED69B48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95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11E2A-4683-42B5-A420-D60BE066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76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Izvēlēties vienu Rīgas mācību scenāriju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C00B2-6D27-48E3-95D4-40C1660E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95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434CD-0814-433C-9416-BD3D87FF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Vienoties par ieejas un izejas kritērijiem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AB780-AF44-4557-A90E-3DFCA25C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5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6C5CA"/>
                </a:solidFill>
                <a:latin typeface="Helvetica Neue"/>
                <a:ea typeface="Helvetica Neue"/>
                <a:cs typeface="Helvetica Neue"/>
              </a:rPr>
              <a:t>Šajā posmā netiek lūgta integrācija, iepirkums vai dzīva operacionālā saistība.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DD16E-6182-4BF6-8A12-D259E143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579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C5BC"/>
                </a:solidFill>
                <a:latin typeface="Helvetica Neue"/>
                <a:ea typeface="Helvetica Neue"/>
                <a:cs typeface="Helvetica Neue"/>
              </a:rPr>
              <a:t>ATBALSTS</a:t>
            </a:r>
          </a:p>
        </p:txBody>
      </p:sp>
    </p:spTree>
    <p:extLst>
      <p:ext uri="{BB962C8B-B14F-4D97-AF65-F5344CB8AC3E}">
        <p14:creationId xmlns:p14="http://schemas.microsoft.com/office/powerpoint/2010/main" val="1858330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2026-08-28T10:40:22.1640000Z</dcterms:created>
  <dcterms:modified xsi:type="dcterms:W3CDTF">2026-08-28T10:40:22.1640000Z</dcterms:modified>
</coreProperties>
</file>